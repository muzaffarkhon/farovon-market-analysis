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сообщение для CEO: система превращает разрозненные оценки в проверяемые факты. Для тех, кто вносит данные: два понятных шага, защита от ошибок, ваша работа влияет на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проблем, которые решает система. Подчеркнуть первую и третью: нет общей картины и нет фактов для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модулей: сбор, дашборд, бенчмаркинг, оценка должностей, ключевые сотрудники. Плюс администрирование: оргструктура, справочники, роли, период, журнал.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первый: участники рынка. Отметки определяют, с кем сравниваем данный отдел. На макете можно показать счётчик «9 из 12 отмечено».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второй: данные по рынку. Обратить внимание на красную подсказку: ошибка ловится при вводе, а не в аналитике.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экрана мобильной версии сбора: мои подразделения, участники рынка, анкета должности.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Аналитика адаптирована для телефона: таблицы стали карточками, показатели идут по два в ряд, справочные панели выезжают шторкой.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Экран для руководителя направления и C&amp;B. Закрытие кампании контролируется одним взглядом.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Синий блок — диапазон от 25-го до 75-го процентиля, тёмная риска — медиана, тонкая линия — минимум и максимум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цифре одного источника нельзя доверять безоговорочно. Система сводит источники в один результат с настраиваемыми весами.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Пример: оклад бухгалтера 6 900 при рынке 7 250 даёт compa-ratio 0,95 — в норме. Цифры демонстрационные.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индустриальных блока: Производство, Стройка, Торговля, Офис. Блок — это физическое место работы, отдельно от функциональной группы должности.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должностей, где раньше были расхождения, система подсказывает это в анкете, но не подставляет баллы за эксперта.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Руководство сразу видит, где высокий риск и кому нужен план преемственности.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Права выдаются гибко через настройку ролей. Вход через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Готово к работе: перечисленные модули. Ближайшие шаги: сопоставление, веса, грейды Korn Ferry, годовая 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Завершение. Если спросят о реальных цифрах: на слайдах демонстрационные данные, реальные сводки в системе и у C&amp;B.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Farovon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труда и вознаграждений в одной системе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разрозненных таблиц к проверяемым фактам для решений по оплате труда и удержанию людей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 с CEO-1  ·  руководство, HR BP, C&amp;B, ответственные за сбор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по окладам принимаются без единой картины рынка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единой картины рынка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Оклады конкурентов известны фрагментарно, у каждого руководителя своя цифра.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несопоставимы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валюты, периодичность выплат, премии и льготы скрывают реальную разницу.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без фактов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 ответить: мы платим ниже рынка или в рынке, и на сколько.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прозрачных грейдов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должности оценивались по-разному на разных площадках.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Неясны риски потери людей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где уход одного сотрудника опаснее всего для бизнеса.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206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без общей базы фактов пересмотр окладов остаётся спором мнений.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система вместо разрозненных таблиц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69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Ответственные вносят, что платят конкурентные компании за должности отдела.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2697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632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069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Вилки окладов рынка, отклонение Фаровон от рынка, рейтинг льгот и премий.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2697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492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Бенчмаркинг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069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внешними обзорами и джоб-сайтами в сомони и общем периоде.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2697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352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должностей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4069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Слепая коллегиальная оценка по четырём индустриальным блокам.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640" y="269748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921240" y="2880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429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сотрудники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921240" y="4069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незаменимости и тепловая карта: где потеря человека больнее всего.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1. Данные собирают те, кто знает рынок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 отмечает каждую компанию: «Актуально», «Не актуально» или «Требует уточнения»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Сравниваемся только с теми, кто реально конкурирует за людей этого отдела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быстрая отметка всех, поиск и заметки к спорным компаниям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1-sbor-sha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По каждой должности: оклад, премия, льготы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 от и до, валюта, периодичность, размер и тип премии, льготы, надёжность источника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не даёт сохранить оклад «от» больше, чем «до»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заполнения обновляется сразу, черновик не теряется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2-sbor-sha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Заполнять можно с телефона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Telegram и в браузере телефона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плавающая панель разделов вместо верхнего меню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сохраняется на устройстве при обрыве связи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5928" y="1572768"/>
            <a:ext cx="7690104" cy="48268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8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600200"/>
            <a:ext cx="7635240" cy="47720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23360" y="6463665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 всё под рукой и на телефоне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21208" y="1435608"/>
            <a:ext cx="554126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4" name="Image 0" descr="C:/Users/Acer/projects/farovon-market-analysis/docs/presentation/mockups/09-mobil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126480" y="1435608"/>
            <a:ext cx="554126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1" descr="C:/Users/Acer/projects/farovon-market-analysis/docs/presentation/mockups/10-mobile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463040"/>
            <a:ext cx="5486400" cy="3429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53912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Слева: ход сбора, дашборд, бенчмаркинг. Справа: оценка должностей, риски, меню «Ещё» с администрированием.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видит ход кампании в реальном времени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HR BP и дирекциям: сколько заполнено, сколько в работе, где нужно напомнить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от назначения ответственных до отправки итога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уходят в Telegram прямо из системы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3-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Зарплатные вилки показывают, где мы относительно рынка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должности: минимум, нижний квартиль, медиана, верхний квартиль, максимум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Отдельно: на сколько процентов Фаровон выше или ниже медианы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льгот показывает, чем реально конкурируют работодатели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срез выгружается в таблицу в один клик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4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источников вместо одной цифры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сбор HR BP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внесённые ответственными по подразделениям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обзоры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B1, Antal и другие, загружаются из Excel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754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Джоб-сайты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значения по вакансиям рынка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57800" y="2926080"/>
            <a:ext cx="914400" cy="6400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Взвешенный результат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46888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приводятся к сомони по онлайн-курсу и к общему периоду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источника настраивается: надёжнее — выше, менее надёжные — ниже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задаётся для всех должностей сразу или для одной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данные видят только C&amp;B и администратор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должности вердикт, а не просто таблица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простыми словами: «в рынке», «ниже», «выше»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Compa-ratio: отношение нашего оклада к рынку, норма от 0,90 до 1,10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шкала: где мы и где рынок, отклонение в процентах и в сомони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5-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должностей: четыре блока и независимая комиссия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8328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65760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Стройка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Торговля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05256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32688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определяется местом работы. Одна оценка действует на должность во всех подразделениях блока.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Единые правила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должности перестают оцениваться по-разному на разных площадках.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экспертов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оценивает назначенная комиссия по короткой анкете из четырёх вопросов.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1248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как среднее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по каждому вопросу и общий балл считаются по независимым оценкам.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Слепая оценка исключает влияние авторитетов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эксперт заполняет анкету независимо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баллы скрыты, виден только прогресс «оценили N из M»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— среднее по каждому вопросу и общий балл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6-gr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незаменимости видны на одной карте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из четырёх вопросов по каждому ключевому сотруднику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карта: уровни должностей и индустриальные блоки, цвет показывает концентрацию риска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сотрудников, требующих внимания и плана преемственности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7-ri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только своё: роли и доступ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видит и делает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доступ, настройка системы, роли и права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C&amp;B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Аналитика, бенчмаркинг, платные обзоры, оценка должностей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Руководитель направления, отдела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Свои подразделения и сводки, назначение ответственных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BP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Подразделения закреплённых дирекций и ход сбора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Ответственный сотрудник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Заполнение анкет по назначенным подразделениям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Чувствительные данные (платные обзоры, оценки) закрыты по умолчанию. Все действия фиксируются в журнале.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работает и что дальше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работает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по 326 подразделениям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вилок и рейтинг льгот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Бенчмаркинг с несколькими источниками и загрузкой файлов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должностей с комиссией и слепой оценкой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сотрудники, уведомления в Telegram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Верхнее меню на компьютере, плавающая панель на телефоне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Ближайшие шаги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6888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Сопоставить должности справочника с загруженными обзорами рынка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Уточнить веса источников по странам и подтвердить валюты обзоров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Ввести грейды Korn Ferry для верхних уровней должностей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Накопить историю по годам для сравнения «год к году»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каждого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срок закрытия периода и закрепить ответственность в дирекциях.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BP и ответственные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заполнение по подразделениям; спорные компании отмечать «Требует уточнения», а не оставлять пустыми.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Эксперты комиссии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слепую оценку в своём блоке в установленный срок.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C&amp;B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итоговую сводку «Фаровон к рынку» для решений по окладам.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Farovon: рынок труда и вознаграждений в одной системе</dc:title>
  <dc:subject>PptxGenJS Presentation</dc:subject>
  <dc:creator>PptxGenJS</dc:creator>
  <cp:lastModifiedBy>PptxGenJS</cp:lastModifiedBy>
  <cp:revision>1</cp:revision>
  <dcterms:created xsi:type="dcterms:W3CDTF">2026-09-20T20:59:23Z</dcterms:created>
  <dcterms:modified xsi:type="dcterms:W3CDTF">2026-09-20T20:59:23Z</dcterms:modified>
</cp:coreProperties>
</file>