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5"/>
    <p:sldId id="260" r:id="rId6"/>
    <p:sldId id="261" r:id="rId7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Короткая инструкция для тех, кто вносит данные по рынку: два понятных шага, система защищает от ошибок при вводе, а результат влияет на решения по окладам.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 первый: участники рынка. Отметки определяют, с кем сравниваем данный отдел. На макете можно показать счётчик «9 из 12 отмечено».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 второй: данные по рынку. Обратить внимание на красную подсказку: ошибка ловится при вводе, а не в аналитике.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экрана мобильной версии сбора: мои подразделения, участники рынка, анкета должности.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Farovon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труда и вознаграждений в одной системе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976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коротких шага — какие компании сравнивать и что вносить по каждой должности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Инструкция по заполнению данных о рынке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1. Данные собирают те, кто знает рынок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Ответственный отмечает каждую компанию: «Актуально», «Не актуально» или «Требует уточнения»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Сравниваемся только с теми, кто реально конкурирует за людей этого отдела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быстрая отметка всех, поиск и заметки к спорным компаниям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1-sbor-sha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2. По каждой должности: оклад, премия, льготы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6576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Оклад от и до, валюта, периодичность, размер и тип премии, льготы, надёжность источника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не даёт сохранить оклад «от» больше, чем «до»</a:t>
            </a:r>
            <a:endParaRPr lang="en-US" sz="17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Прогресс заполнения обновляется сразу, черновик не теряется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498848" y="1572768"/>
            <a:ext cx="7187184" cy="4512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2-sbor-sha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00200"/>
            <a:ext cx="7132320" cy="44577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26280" y="61493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Заполнять можно с телефона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Работает в Telegram и в браузере телефона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Внизу плавающая панель разделов вместо верхнего меню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Черновик сохраняется на устройстве при обрыве связи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995928" y="1572768"/>
            <a:ext cx="7690104" cy="482688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C:/Users/Acer/projects/farovon-market-analysis/docs/presentation/mockups/08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600200"/>
            <a:ext cx="7635240" cy="47720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023360" y="6463665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Демонстрационные данные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Farovon: рынок труда и вознаграждений в одной системе</dc:title>
  <dc:subject>PptxGenJS Presentation</dc:subject>
  <dc:creator>PptxGenJS</dc:creator>
  <cp:lastModifiedBy>PptxGenJS</cp:lastModifiedBy>
  <cp:revision>1</cp:revision>
  <dcterms:created xsi:type="dcterms:W3CDTF">2026-09-20T20:59:23Z</dcterms:created>
  <dcterms:modified xsi:type="dcterms:W3CDTF">2026-09-20T20:59:23Z</dcterms:modified>
</cp:coreProperties>
</file>