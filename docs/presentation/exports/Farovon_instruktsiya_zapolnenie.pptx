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0" r:id="rId6"/>
    <p:sldId id="261" r:id="rId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Короткая инструкция для тех, кто вносит данные по рынку: два понятных шага, система защищает от ошибок при вводе, а результат влияет на решения по окладам.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первый: участники рынка. Отметки определяют, с кем сравниваем данный отдел. На макете можно показать счётчик «9 из 12 отмечено».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второй: данные по рынку. Обратить внимание на красную подсказку: ошибка ловится при вводе, а не в аналитике.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экрана мобильной версии сбора: мои подразделения, участники рынка, анкета должности.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Farovon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Обучение: как вносить данные по рынку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из двух шагов: выбираем компании и вносим оклад, премию, льготы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для ответственных за сбор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1. Выбираем компании для сравнения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 отмечает каждую компанию: «Актуально», «Не актуально» или «Требует уточнения»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Сравниваемся только с теми, кто реально конкурирует за людей этого отдела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быстрая отметка всех, поиск и заметки к спорным компаниям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1-sbor-sha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интерфейс · тестовые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2. Вносим оклад, премию и льготы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 от и до, валюта, периодичность, размер и тип премии, льготы, надёжность источника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даёт сохранить оклад «от» больше, чем «до»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заполнения обновляется сразу, черновик не теряется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2-sbor-sha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интерфейс · тестовые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3. То же самое — с телефона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Telegram и в браузере телефона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плавающая панель разделов вместо верхнего меню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сохраняется на устройстве при обрыве связи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5928" y="1572768"/>
            <a:ext cx="7690104" cy="48268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8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600200"/>
            <a:ext cx="7635240" cy="47720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23360" y="6463665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интерфейс · тестовые данные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Farovon: рынок труда и вознаграждений в одной системе</dc:title>
  <dc:subject>PptxGenJS Presentation</dc:subject>
  <dc:creator>PptxGenJS</dc:creator>
  <cp:lastModifiedBy>PptxGenJS</cp:lastModifiedBy>
  <cp:revision>1</cp:revision>
  <dcterms:created xsi:type="dcterms:W3CDTF">2026-09-20T20:59:23Z</dcterms:created>
  <dcterms:modified xsi:type="dcterms:W3CDTF">2026-09-20T20:59:23Z</dcterms:modified>
</cp:coreProperties>
</file>